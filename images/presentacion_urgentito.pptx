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Propuesta Sistema Urgentito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de gestión de leads con WhatsApp, CRM y automatización por fases.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Leads dispersos, seguimiento manual, falta de control y visibilidad.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Centralizar leads, automatizar atención y mejorar conversión de ventas.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 Propuesta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 + CRM + IA en una sola plataforma escalable.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Captación de leads, bot básico, integración WhatsApp.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CRM: gestión de leads, pipeline, asignación de asesores.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Automatización, IA, reportes y optimización comercial.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Canales → WhatsApp API → Bot/IA → Backend CRM → Usuarios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Multi-Urgentito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Cada unidad ve solo su información. CEO ve todo.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Node.js, React, PostgreSQL, WhatsApp API, OpenAI.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ManyChat (automatización) + Kommo (CRM).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 Propuesta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a medida, escalable, sin limitaciones de plataformas externas.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Cliente escribe → Bot responde → Se guarda lead → Asesor gestiona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diseñado para vender más, organizar mejor y crecer.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